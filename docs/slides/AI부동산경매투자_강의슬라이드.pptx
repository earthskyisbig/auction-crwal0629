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경매의 구조, 용어, 절차, 그리고 함정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22529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225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· 절차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75688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75688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 용어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50108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50108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· 채권 · 배당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60620" y="3520440"/>
            <a:ext cx="143560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60620" y="3520440"/>
            <a:ext cx="143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6대 문서 · 함정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한눈에 — 신청부터 명도까지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rot="5400000">
            <a:off x="2423160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1" name="Shape 9"/>
          <p:cNvSpPr/>
          <p:nvPr/>
        </p:nvSpPr>
        <p:spPr>
          <a:xfrm>
            <a:off x="2587752" y="141732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87752" y="141732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1"/>
          <p:cNvSpPr/>
          <p:nvPr/>
        </p:nvSpPr>
        <p:spPr>
          <a:xfrm>
            <a:off x="2734056" y="155448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2734056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36392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34056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권리분석의 기준 시점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07992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8" name="Shape 16"/>
          <p:cNvSpPr/>
          <p:nvPr/>
        </p:nvSpPr>
        <p:spPr>
          <a:xfrm>
            <a:off x="4672584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72584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18888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21224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18888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· 점유관계 확정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592824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5" name="Shape 23"/>
          <p:cNvSpPr/>
          <p:nvPr/>
        </p:nvSpPr>
        <p:spPr>
          <a:xfrm>
            <a:off x="6757416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57416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6903720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06056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03720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물건명세서 공개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297180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2920" y="29718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9224" y="310896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1560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9224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최고가매수신고인 결정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 rot="5400000">
            <a:off x="2423160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8" name="Shape 36"/>
          <p:cNvSpPr/>
          <p:nvPr/>
        </p:nvSpPr>
        <p:spPr>
          <a:xfrm>
            <a:off x="2587752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587752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0" name="Shape 38"/>
          <p:cNvSpPr/>
          <p:nvPr/>
        </p:nvSpPr>
        <p:spPr>
          <a:xfrm>
            <a:off x="2734056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1" name="Text 39"/>
          <p:cNvSpPr/>
          <p:nvPr/>
        </p:nvSpPr>
        <p:spPr>
          <a:xfrm>
            <a:off x="2734056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136392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734056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 시 소유권 취득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 rot="5400000">
            <a:off x="4507992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5" name="Shape 43"/>
          <p:cNvSpPr/>
          <p:nvPr/>
        </p:nvSpPr>
        <p:spPr>
          <a:xfrm>
            <a:off x="4672584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672584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7" name="Shape 45"/>
          <p:cNvSpPr/>
          <p:nvPr/>
        </p:nvSpPr>
        <p:spPr>
          <a:xfrm>
            <a:off x="4818888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8" name="Text 46"/>
          <p:cNvSpPr/>
          <p:nvPr/>
        </p:nvSpPr>
        <p:spPr>
          <a:xfrm>
            <a:off x="4818888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21224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18888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채권자들에게 순위대로 분배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 rot="5400000">
            <a:off x="6592824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2" name="Shape 50"/>
          <p:cNvSpPr/>
          <p:nvPr/>
        </p:nvSpPr>
        <p:spPr>
          <a:xfrm>
            <a:off x="6757416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757416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4" name="Shape 52"/>
          <p:cNvSpPr/>
          <p:nvPr/>
        </p:nvSpPr>
        <p:spPr>
          <a:xfrm>
            <a:off x="6903720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55" name="Text 53"/>
          <p:cNvSpPr/>
          <p:nvPr/>
        </p:nvSpPr>
        <p:spPr>
          <a:xfrm>
            <a:off x="6903720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306056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903720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점유자 내보내기 — 인도명령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주황 단계가 투자자의 승부처 — 배당요구종기로 권리를 읽고, 입찰가로 수익을 결정합니다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2153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이 중 등기부상 가장 빠른 것이 말소기준권리입니다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2026-07-08T22:05:30Z</dcterms:created>
  <dcterms:modified xsi:type="dcterms:W3CDTF">2026-07-08T22:05:30Z</dcterms:modified>
</cp:coreProperties>
</file>