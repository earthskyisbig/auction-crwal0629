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22529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225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스토리 · 절차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75688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75688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· 채권 · 배당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86200" y="3520440"/>
            <a:ext cx="101498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86200" y="3520440"/>
            <a:ext cx="1014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권리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65776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65776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· 함정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50508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0508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2153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이 중 등기부상 가장 빠른 것이 말소기준권리입니다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임차인 권리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 · 다세대 · 연립주택 — 등기부터 다르다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8191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0078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71016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271016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/>
        </p:spPr>
      </p:sp>
      <p:sp>
        <p:nvSpPr>
          <p:cNvPr id="10" name="Text 7"/>
          <p:cNvSpPr/>
          <p:nvPr/>
        </p:nvSpPr>
        <p:spPr>
          <a:xfrm>
            <a:off x="1271016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단독주택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85800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 층 이하 · 바닥면적 합계 660㎡ 이하 · 19세대 이하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 불가 — 건물 전체가 1인 소유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경매에서는 건물 전체가 통째로 낙찰 대상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319272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19272" y="141732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502152" y="158191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70078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87368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087368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DEFE5"/>
          </a:solidFill>
          <a:ln/>
        </p:spPr>
      </p:sp>
      <p:sp>
        <p:nvSpPr>
          <p:cNvPr id="18" name="Text 14"/>
          <p:cNvSpPr/>
          <p:nvPr/>
        </p:nvSpPr>
        <p:spPr>
          <a:xfrm>
            <a:off x="4087368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502152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층 이하 · 바닥면적 합계 660㎡ 이하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세대별 구분등기 가능 — 호실 개별 소유·매매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경매에서는 호실 하나가 낙찰 대상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6135624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35624" y="141732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318504" y="158191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00784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03720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903720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DEFE5"/>
          </a:solidFill>
          <a:ln/>
        </p:spPr>
      </p:sp>
      <p:sp>
        <p:nvSpPr>
          <p:cNvPr id="26" name="Text 21"/>
          <p:cNvSpPr/>
          <p:nvPr/>
        </p:nvSpPr>
        <p:spPr>
          <a:xfrm>
            <a:off x="6903720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6318504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층 이하 · 바닥면적 합계 660㎡ 초과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다세대처럼 세대별 구분등기 가능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규모가 더 큰 ‘빌라’ — 다세대와 흔히 혼용</a:t>
            </a:r>
            <a:endParaRPr lang="en-US" sz="930" dirty="0"/>
          </a:p>
        </p:txBody>
      </p:sp>
      <p:sp>
        <p:nvSpPr>
          <p:cNvPr id="28" name="Text 23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구분 — 다가구는 집주인 1명에 세입자 여러 명, 다세대·연립은 세대마다 집주인이 다 다릅니다.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2026-07-08T22:52:58Z</dcterms:created>
  <dcterms:modified xsi:type="dcterms:W3CDTF">2026-07-08T22:52:58Z</dcterms:modified>
</cp:coreProperties>
</file>